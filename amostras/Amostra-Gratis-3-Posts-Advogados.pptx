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Friday: 3 direitos para lembrar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anunciado obriga a loja e faz parte do contrato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diferentes para o mesmo produto: vale o menor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fora da loja (internet, telefone): 7 dias para desistir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arts. 30 e 49; Lei 10.962/2004, art. 5º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30/11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para a 1ª parcela do 13º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fevereiro e novembro, o empregador paga, de uma só vez, metade do salário do mês anterior como adiantamento do 13º.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4.749/1965, art. 2º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Viagem com menor de 16 anos: quando não precisa de autorização judicial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Viagem para comarca vizinha, no mesmo estado ou na mesma região metropolitana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Acompanhado de avós, irmãos ou tios maiores de idade, com prova do parentesco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Acompanhado de pessoa maior autorizada expressamente pelos pais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83, § 1º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Amostra grátis: 3 posts do Clube de Posts para Advogados</dc:title>
  <dc:subject>PptxGenJS Presentation</dc:subject>
  <dc:creator>Gabriel Araujo de Lima</dc:creator>
  <cp:lastModifiedBy>Gabriel Araujo de Lima</cp:lastModifiedBy>
  <cp:revision>1</cp:revision>
  <dcterms:created xsi:type="dcterms:W3CDTF">2026-10-20T01:29:53Z</dcterms:created>
  <dcterms:modified xsi:type="dcterms:W3CDTF">2026-10-20T01:29:53Z</dcterms:modified>
</cp:coreProperties>
</file>