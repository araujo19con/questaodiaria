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Responsabilidade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Abuso de direito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comete ato ilícito o titular de um direito que, ao exercê-lo, excede manifestamente os limites impostos pelo seu fim econômico ou social, pela boa-fé ou pelos bons costumes.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187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Legítima defesa e exercício regular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constituem atos ilícitos os praticados em legítima defesa ou no exercício regular de um direito reconhecido.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188,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Remoção de perigo iminente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ato ilícito a deterioração ou destruição da coisa alheia, ou a lesão a pessoa, a fim de remover perigo iminente.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188,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do incapaz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incapaz responde pelos prejuízos que causar, se as pessoas por ele responsáveis não tiverem obrigação de fazê-lo ou não dispuserem de meios suficientes.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928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 para remover perigo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pessoa lesada, ou o dono da coisa, não forem culpados do perigo, assistir-lhes-á direito à indenização do prejuízo que sofreram.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929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Danos de produtos em circulação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empresários individuais e as empresas respondem independentemente de culpa pelos danos causados pelos produtos postos em circulação, ressalvados outros casos previstos em lei especial.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 e filhos menores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pais são responsáveis pela reparação civil dos danos causados pelos filhos menores que estiverem sob sua autoridade e em sua companhia.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932,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Empregador e empregados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empregador ou comitente é responsável pela reparação civil dos atos de seus empregados, serviçais e prepostos, no exercício do trabalho que lhes competir, ou em razão dele.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932, III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por ato de terceiros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pessoas indicadas no art. 932, ainda que não haja culpa de sua parte, responderão pelos atos praticados pelos terceiros ali referidos.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de regresso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ressarcir o dano causado por outrem pode reaver o que houver pago daquele por quem pagou, salvo se o causador do dano for descendente seu, absoluta ou relativamente incapaz.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civil e criminal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civil é independente da criminal, não se podendo questionar mais sobre a existência do fato, ou sobre quem seja o seu autor, quando estas questões se acharem decididas no juízo criminal.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 causado por animal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dono, ou detentor, do animal ressarcirá o dano por este causado, se não provar culpa da vítima ou força maior.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Ruína de edifício ou construção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dono de edifício ou construção responde pelos danos que resultarem de sua ruína, se esta provier de falta de reparos, cuja necessidade fosse manifesta.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lançadas de prédio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que habitar prédio, ou parte dele, responde pelo dano proveniente das coisas que dele caírem ou forem lançadas em lugar indevido.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938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Vários autores do dano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ofensa tiver mais de um autor, todos responderão solidariamente pela reparação.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Pretensão de reparação civil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Prescreve em três anos a pretensão de reparação civil.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206, § 3º, V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Indenização transmite-se com a herança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de exigir reparação e a obrigação de prestá-la transmitem-se com a herança.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Extensão do dano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indenização mede-se pela extensão do dano.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equitativa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excessiva desproporção entre a gravidade da culpa e o dano, poderá o juiz reduzir, eqüitativamente, a indenização.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944,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a vítima também teve culpa, a indenização continua integral.”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945 do Código Civil determina que, se a vítima concorreu culposamente para o evento danoso, a indenização é fixada considerando a gravidade de sua culpa em confronto com a do autor do dano.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945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Indenização em caso de homicídio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de homicídio, a indenização inclui as despesas com tratamento da vítima, funeral e luto da família, e alimentos às pessoas a quem o morto os devia.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Indenização por lesão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de lesão ou outra ofensa à saúde, o ofensor indenizará as despesas do tratamento e os lucros cessantes até ao fim da convalescença.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949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por perda da capacidade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da ofensa resultar defeito pelo qual o ofendido não possa exercer o seu ofício ou profissão, ou se lhe diminua a capacidade de trabalho, a indenização inclui pensão.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950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profissional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951 aplica as regras de indenização por morte e lesão a quem, no exercício de atividade profissional, por negligência, imprudência ou imperícia, causar a morte do paciente, agravar-lhe o mal, causar-lhe lesão ou inabilitá-lo para o trabalho.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951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Injúria, difamação e calúnia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ofendido não puder provar prejuízo material, caberá ao juiz fixar, eqüitativamente, o valor da indenização, na conformidade das circunstâncias do caso.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953,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Perdas e danos no inadimplemento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cumprida a obrigação, responde o devedor por perdas e danos, mais juros, atualização monetária e honorários de advogado.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389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fortuito e força maior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devedor não responde pelos prejuízos resultantes de caso fortuito ou força maior, se expressamente não se houver por eles responsabilizado.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393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 no ato ilícito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obrigações provenientes de ato ilícito, considera-se o devedor em mora, desde que o praticou.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398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Lucros cessantes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perdas e danos abrangem, além do que o credor efetivamente perdeu, o que razoavelmente deixou de lucrar.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402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 direto e imediato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que a inexecução resulte de dolo do devedor, as perdas e danos só incluem os prejuízos efetivos e os lucros cessantes por efeito dela direto e imediato.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403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Responsabilidade Civil</dc:title>
  <dc:subject>PptxGenJS Presentation</dc:subject>
  <dc:creator>Gabriel Araujo de Lima</dc:creator>
  <cp:lastModifiedBy>Gabriel Araujo de Lima</cp:lastModifiedBy>
  <cp:revision>1</cp:revision>
  <dcterms:created xsi:type="dcterms:W3CDTF">2026-10-28T21:57:04Z</dcterms:created>
  <dcterms:modified xsi:type="dcterms:W3CDTF">2026-10-28T21:57:04Z</dcterms:modified>
</cp:coreProperties>
</file>