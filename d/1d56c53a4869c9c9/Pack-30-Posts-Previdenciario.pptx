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Previdenciário (Lei 8.213).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empregado para a Previdência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segurado obrigatório como empregado quem presta serviço à empresa em caráter não eventual, sob subordinação e mediante remuneração.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11, I, a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Prestações devidas ao segurado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Salário-família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Salário-maternidade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Auxílio-acidente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18, I, f, g e h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Prestações devidas ao dependente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Pensão por morte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Auxílio-reclusão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18,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segurado após parar de contribuir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qualidade de segurado, em regra, até 12 meses após a cessação das contribuições, quem deixa de exercer atividade remunerada abrangida pela Previdência.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15, II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Prorrogação do período de graça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prazo de 12 meses é prorrogado para até 24 meses se o segurado já tiver pago mais de 120 contribuições mensais sem interrupção que acarrete a perda da qualidade de segurado.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15,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+ 12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Acréscimo para o segurado desempregado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prazos do art. 15, II e § 1º, são acrescidos de 12 meses para o segurado desempregado, desde que a situação seja comprovada pelo registro no órgão próprio.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15, § 2º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benefício mantém a qualidade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qualidade de segurado, sem limite de prazo, quem está em gozo de benefício, exceto do auxílio-acidente.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15,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dependentes da classe I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dependentes o cônjuge, o companheiro ou a companheira e o filho não emancipado menor de 21 anos, inválido ou com deficiência grave.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16,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econômica presumida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econômica das pessoas do inciso I do art. 16 é presumida; a das demais deve ser comprovada.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16, §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Enteado e menor sob guarda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enteado, o menor sob tutela e o menor sob guarda judicial equiparam-se a filho, mediante declaração do segurado e se não tiverem condições de se sustentar.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16,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“Pais e cônjuge dividem sempre o benefício.”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existência de dependente de uma classe exclui do direito às prestações os das classes seguintes.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16, § 1º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Carência de 12 contribuições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Auxílio-doença e aposentadoria por invalidez dependem de 12 contribuições mensais de carência, ressalvadas as hipóteses do art. 26.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25,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sem carência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Pensão por morte, salário-família e auxílio-acidente independem de carência.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26,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Incapacidade que gera auxílio-doença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auxílio-doença é devido ao segurado incapacitado para o trabalho ou atividade habitual por mais de 15 dias consecutivos.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59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Auxílio-doença do empregado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empregado, o auxílio-doença é devido a contar do décimo sexto dia de afastamento da atividade.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60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Primeiros 15 dias: quem paga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primeiros 15 dias consecutivos de afastamento por doença, a empresa paga ao empregado o salário integral.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60, § 3º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Doença preexistente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devido auxílio-doença a quem se filia já portador da doença invocada, salvo se a incapacidade vier por progressão ou agravamento.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59,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Aposentadoria por invalidez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devida ao segurado considerado incapaz e insusceptível de reabilitação para atividade que lhe garanta a subsistência.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42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Obrigações de quem recebe benefício por incapacidade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 médico da Previdência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Reabilitação profissional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gratuito (salvo cirurgia e transfusão)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101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Auxílio-acidente é indenização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concedido como indenização quando, após consolidadas as lesões, restam sequelas que reduzem a capacidade para o trabalho habitual.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86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acidente do trabalho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ocorre pelo exercício do trabalho a serviço de empresa, provocando lesão corporal ou perturbação funcional.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 dia útil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do acidente do trabalho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ou o empregador doméstico deve comunicar o acidente à Previdência até o primeiro dia útil seguinte ao da ocorrência.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22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Duração do salário-maternidade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salário-maternidade é devido à segurada durante 120 dias, com início entre 28 dias antes do parto e a data do parto.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71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 pensão por morte com efeito desde o óbito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pensão retroage à data do óbito se requerida em até 90 dias (180 dias para filhos menores de 16 anos).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74, I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Perde a pensão quem matou o segurado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o direito à pensão o condenado por sentença transitada em julgado por homicídio doloso contra o segurado, ressalvados incapazes e inimputáveis.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74,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rateada em partes iguais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mais de um pensionista, a pensão por morte é rateada entre todos em partes iguais.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“Dá para receber aposentadoria e auxílio-doença juntos.”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regra não: o art. 124 veda o recebimento conjunto de aposentadoria e auxílio-doença, salvo direito adquirido.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124, I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Decadência para revisar benefício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prazo de decadência para revisão do ato de concessão, indeferimento, cancelamento ou cessação de benefício é de 10 anos.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103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provisória por morte presumida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morte presumida, declarada pela autoridade judicial depois de 6 meses de ausência, será concedida pensão provisória.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78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PREVIDENCIÁRIO (LEI 8.213)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Cota de vagas para reabilitados e pessoas com deficiência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com 100 ou mais empregados deve preencher de 2% a 5% dos cargos com beneficiários reabilitados ou pessoas com deficiência habilitadas.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93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Posts: Previdenciário</dc:title>
  <dc:subject>PptxGenJS Presentation</dc:subject>
  <dc:creator>Gabriel Araujo de Lima</dc:creator>
  <cp:lastModifiedBy>Gabriel Araujo de Lima</cp:lastModifiedBy>
  <cp:revision>1</cp:revision>
  <dcterms:created xsi:type="dcterms:W3CDTF">2026-10-28T17:30:37Z</dcterms:created>
  <dcterms:modified xsi:type="dcterms:W3CDTF">2026-10-28T17:30:37Z</dcterms:modified>
</cp:coreProperties>
</file>