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6858000" cy="8572500"/>
  <p:notesSz cx="85725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 · Criança e Adolescente (ECA).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 · Criança e Adolescente (ECA).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3 · Criança e Adolescente (ECA).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4 · Criança e Adolescente (ECA).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5 · Criança e Adolescente (ECA).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6 · Criança e Adolescente (ECA).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7 · Criança e Adolescente (ECA).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8 · Criança e Adolescente (ECA).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9 · Criança e Adolescente (ECA).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10 · Criança e Adolescente (ECA).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11 · Criança e Adolescente (ECA).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12 · Criança e Adolescente (ECA).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13 · Criança e Adolescente (ECA).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14 · Criança e Adolescente (ECA).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15 · Criança e Adolescente (ECA).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16 · Criança e Adolescente (ECA).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17 · Criança e Adolescente (ECA).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18 · Criança e Adolescente (ECA).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19 · Criança e Adolescente (ECA).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20 · Criança e Adolescente (ECA).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21 · Criança e Adolescente (ECA).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22 · Criança e Adolescente (ECA).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23 · Criança e Adolescente (ECA).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24 · Criança e Adolescente (ECA).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25 · Criança e Adolescente (ECA).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26 · Criança e Adolescente (ECA).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27 · Criança e Adolescente (ECA).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28 · Criança e Adolescente (ECA).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29 · Criança e Adolescente (ECA).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30 · Criança e Adolescente (ECA).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75818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 E ADOLESCENTE (ECA)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é criança e quem é adolescente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ECA, criança é a pessoa até doze anos de idade incompletos; adolescente é a que está entre doze e dezoito anos.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ECA, art. 2º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75818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 E ADOLESCENTE (ECA)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Proteção integral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Crianças e adolescentes gozam de todos os direitos fundamentais inerentes à pessoa humana, sem prejuízo da proteção integral.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ECA, art. 3º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75818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 E ADOLESCENTE (ECA)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Absoluta prioridade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dever da família, da comunidade, da sociedade em geral e do poder público assegurar, com absoluta prioridade, os direitos da criança e do adolescente.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ECA, art. 4º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75818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 E ADOLESCENTE (ECA)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Nenhuma forma de negligência ou violência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criança ou adolescente será objeto de qualquer forma de negligência, discriminação, exploração, violência, crueldade e opressão.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ECA, art. 5º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75818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 E ADOLESCENTE (ECA)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Abandono afetivo no ECA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ação ou omissão que ofenda direito fundamental de criança ou adolescente é conduta ilícita, sujeita a reparação de danos, incluídos os casos de abandono afetivo.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ECA, art. 5º, parágrafo único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75818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 E ADOLESCENTE (ECA)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interpretar o Estatuto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lei é interpretada considerando os fins sociais, o bem comum e a condição peculiar da criança e do adolescente como pessoas em desenvolvimento.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ECA, art. 6º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75818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 E ADOLESCENTE (ECA)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Aspectos do direito à liberdade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Opinião e expressão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Crença e culto religioso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Brincar, praticar esportes e divertir-se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ECA, art. 16, II, III e IV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75818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 E ADOLESCENTE (ECA)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Direito ao respeito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respeito consiste na inviolabilidade da integridade física, psíquica e moral, abrangendo a imagem, a identidade e a autonomia.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ECA, art. 17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75818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 E ADOLESCENTE (ECA)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Dever de todos: velar pela dignidade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dever de todos velar pela dignidade da criança e do adolescente, pondo-os a salvo de tratamento desumano, violento, aterrorizante, vexatório ou constrangedor.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ECA, art. 18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75818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 E ADOLESCENTE (ECA)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Convivência familiar e comunitária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criança e o adolescente têm direito a ser criados e educados no seio de sua família e, excepcionalmente, em família substituta.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ECA, art. 19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758184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 E ADOLESCENTE (ECA)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meses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Reavaliação do acolhimento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está em programa de acolhimento familiar ou institucional tem a situação reavaliada, no máximo, a cada 3 meses.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ECA, art. 19, § 1º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75818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 E ADOLESCENTE (ECA)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Deveres dos pais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Aos pais incumbe o dever de sustento, guarda, convivência, assistência material e afetiva e educação dos filhos menores.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ECA, art. 22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75818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 E ADOLESCENTE (ECA)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Igualdade entre pai e mãe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mãe e o pai, ou os responsáveis, têm direitos iguais e deveres e responsabilidades compartilhados no cuidado e na educação.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ECA, art. 22, parágrafo único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75818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 E ADOLESCENTE (ECA)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Mito ou verdade?</a:t>
            </a:r>
            <a:endParaRPr lang="en-US" sz="2400" dirty="0"/>
          </a:p>
        </p:txBody>
      </p:sp>
      <p:sp>
        <p:nvSpPr>
          <p:cNvPr id="5" name="afirmacao"/>
          <p:cNvSpPr txBox="1"/>
          <p:nvPr/>
        </p:nvSpPr>
        <p:spPr>
          <a:xfrm>
            <a:off x="548640" y="196596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“Falta de dinheiro faz perder o poder familiar.”</a:t>
            </a:r>
            <a:endParaRPr lang="en-US" sz="3400" dirty="0"/>
          </a:p>
        </p:txBody>
      </p:sp>
      <p:sp>
        <p:nvSpPr>
          <p:cNvPr id="6" name="veredito-fundo"/>
          <p:cNvSpPr/>
          <p:nvPr/>
        </p:nvSpPr>
        <p:spPr>
          <a:xfrm>
            <a:off x="548640" y="4206240"/>
            <a:ext cx="2103120" cy="685800"/>
          </a:xfrm>
          <a:prstGeom prst="roundRect">
            <a:avLst>
              <a:gd name="adj" fmla="val 26667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7" name="veredito"/>
          <p:cNvSpPr txBox="1"/>
          <p:nvPr/>
        </p:nvSpPr>
        <p:spPr>
          <a:xfrm>
            <a:off x="548640" y="42062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</a:t>
            </a:r>
            <a:endParaRPr lang="en-US" sz="2600" dirty="0"/>
          </a:p>
        </p:txBody>
      </p:sp>
      <p:sp>
        <p:nvSpPr>
          <p:cNvPr id="8" name="texto"/>
          <p:cNvSpPr txBox="1"/>
          <p:nvPr/>
        </p:nvSpPr>
        <p:spPr>
          <a:xfrm>
            <a:off x="548640" y="512064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art. 23 do ECA, a falta ou a carência de recursos materiais não constitui motivo suficiente para a perda ou a suspensão do poder familiar.</a:t>
            </a:r>
            <a:endParaRPr lang="en-US" sz="2000" dirty="0"/>
          </a:p>
        </p:txBody>
      </p:sp>
      <p:sp>
        <p:nvSpPr>
          <p:cNvPr id="9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ECA, art. 23</a:t>
            </a:r>
            <a:endParaRPr lang="en-US" sz="1400" dirty="0"/>
          </a:p>
        </p:txBody>
      </p:sp>
      <p:sp>
        <p:nvSpPr>
          <p:cNvPr id="10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1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75818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 E ADOLESCENTE (ECA)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Perda e suspensão do poder familiar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podem ser decretadas judicialmente, em procedimento contraditório.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ECA, art. 24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75818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 E ADOLESCENTE (ECA)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Família natural e família extensa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Família natural é a formada pelos pais ou qualquer deles e seus descendentes; a extensa vai além dessa unidade.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ECA, art. 25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75818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 E ADOLESCENTE (ECA)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Reconhecimento de filiação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direito personalíssimo, indisponível e imprescritível.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ECA, art. 27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75818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 E ADOLESCENTE (ECA)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guarda obriga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guarda obriga à prestação de assistência material, moral e educacional.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ECA, art. 33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75818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 E ADOLESCENTE (ECA)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Adoção: medida excepcional e irrevogável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adoção é medida excepcional e irrevogável, à qual se recorre quando esgotados os recursos de manutenção na família natural ou extensa.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ECA, art. 39, § 1º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75818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 E ADOLESCENTE (ECA)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Adotado é filho, com todos os direitos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adoção atribui a condição de filho, com os mesmos direitos e deveres, inclusive sucessórios.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ECA, art. 41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75818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 E ADOLESCENTE (ECA)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Consentimento na adoção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adoção depende do consentimento dos pais ou do representante legal do adotando.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ECA, art. 45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75818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 E ADOLESCENTE (ECA)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Direitos na educação (três exemplos)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Igualdade de condições para o acesso e permanência na escola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de ser respeitado por seus educadores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de contestar critérios avaliativos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ECA, art. 53, I, II e III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75818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 E ADOLESCENTE (ECA)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Pais devem matricular os filhos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pais ou responsável têm a obrigação de matricular seus filhos ou pupilos na rede regular de ensino.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ECA, art. 55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75818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 E ADOLESCENTE (ECA)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escola deve comunicar ao Conselho Tutelar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Maus-tratos envolvendo seus alunos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Reiteração de faltas injustificadas e de evasão escolar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Elevados níveis de repetência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ECA, art. 56, I, II e III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758184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 E ADOLESCENTE (ECA)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anos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Idade mínima para trabalhar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proibido qualquer trabalho a menores de quatorze anos de idade, salvo na condição de aprendiz.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ECA, art. 60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75818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 E ADOLESCENTE (ECA)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Adolescente aprendiz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adolescente aprendiz, maior de quatorze anos, são assegurados os direitos trabalhistas e previdenciários.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ECA, art. 65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75818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 E ADOLESCENTE (ECA)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Viagem ao exterior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autorização judicial é dispensável se a criança viajar com ambos os pais, ou com um deles autorizado expressamente pelo outro, com firma reconhecida.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ECA, art. 84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75818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 E ADOLESCENTE (ECA)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se aplicam as medidas de proteção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que os direitos forem ameaçados ou violados, por ação ou omissão da sociedade ou do Estado, ou por falta, omissão ou abuso dos pais ou responsável.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ECA, art. 98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75818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 E ADOLESCENTE (ECA)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o Conselho Tutelar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Conselho Tutelar é órgão permanente e autônomo, não jurisdicional, que zela pelo cumprimento dos direitos da criança e do adolescente.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ECA, art. 131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75818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 E ADOLESCENTE (ECA)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Prevenir é dever de todos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dever de todos prevenir a ocorrência de ameaça ou violação dos direitos da criança e do adolescente.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ECA, art. 70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 30 Posts Criança e Adolescente (ECA)</dc:title>
  <dc:subject>PptxGenJS Presentation</dc:subject>
  <dc:creator>Gabriel Araujo de Lima</dc:creator>
  <cp:lastModifiedBy>Gabriel Araujo de Lima</cp:lastModifiedBy>
  <cp:revision>1</cp:revision>
  <dcterms:created xsi:type="dcterms:W3CDTF">2026-10-28T16:49:32Z</dcterms:created>
  <dcterms:modified xsi:type="dcterms:W3CDTF">2026-10-28T16:49:32Z</dcterms:modified>
</cp:coreProperties>
</file>