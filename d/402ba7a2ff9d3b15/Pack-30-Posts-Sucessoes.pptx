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4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5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6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7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8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9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10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11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12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13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14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15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16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17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18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19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20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21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22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23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24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25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26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27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28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29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30 · Direito das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Transmissão imediata da herança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Aberta a sucessão, a herança transmite-se, desde logo, aos herdeiros legítimos e testamentários.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1.784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se abre a sucessão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sucessão abre-se no lugar do último domicílio do falecido.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1.785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Sucessão por lei ou por testamento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sucessão dá-se por lei ou por disposição de última vontade.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1.786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 aplicável à sucessão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 a sucessão e a legitimação para suceder a lei vigente ao tempo da abertura daquela.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1.787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Morte sem testamento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Morrendo a pessoa sem testamento, a herança é transmitida aos herdeiros legítimos.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1.788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disponível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Havendo herdeiros necessários, o testador só poderá dispor da metade da herança.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1.789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Herança é um todo unitário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herança defere-se como um todo unitário, ainda que vários sejam os herdeiros.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1.791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Cessão de direito hereditário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direito à sucessão aberta pode ser objeto de cessão por escritura pública.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1.793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Cessão de bem singular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ineficaz a cessão, pelo co-herdeiro, de seu direito hereditário sobre qualquer bem da herança considerado singularmente.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1.793, § 2º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Preferência do co-herdeiro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co-herdeiro não poderá ceder sua quota a pessoa estranha à sucessão, se outro co-herdeiro a quiser, tanto por tanto.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1.794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 dias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Preferência na quota cedida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co-herdeiro que não foi informado da cessão pode haver para si a quota cedida a estranho, depositado o preço, se o requerer até 180 dias após a transmissão.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1.795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pode suceder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Legitimam-se a suceder as pessoas nascidas ou já concebidas no momento da abertura da sucessão.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1.798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não pode ser nomeado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podem ser nomeados herdeiros nem legatários as testemunhas do testamento.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1.801, II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Aceitação torna a transmissão definitiva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a herança, torna-se definitiva a sua transmissão ao herdeiro, desde a abertura da sucessão.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1.804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 ou verdade?</a:t>
            </a:r>
            <a:endParaRPr lang="en-US" sz="2400" dirty="0"/>
          </a:p>
        </p:txBody>
      </p:sp>
      <p:sp>
        <p:nvSpPr>
          <p:cNvPr id="5" name="afirmacao"/>
          <p:cNvSpPr txBox="1"/>
          <p:nvPr/>
        </p:nvSpPr>
        <p:spPr>
          <a:xfrm>
            <a:off x="548640" y="196596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“Pagar o funeral do falecido significa aceitar a herança.”</a:t>
            </a:r>
            <a:endParaRPr lang="en-US" sz="3400" dirty="0"/>
          </a:p>
        </p:txBody>
      </p:sp>
      <p:sp>
        <p:nvSpPr>
          <p:cNvPr id="6" name="veredito-fundo"/>
          <p:cNvSpPr/>
          <p:nvPr/>
        </p:nvSpPr>
        <p:spPr>
          <a:xfrm>
            <a:off x="548640" y="420624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veredito"/>
          <p:cNvSpPr txBox="1"/>
          <p:nvPr/>
        </p:nvSpPr>
        <p:spPr>
          <a:xfrm>
            <a:off x="548640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2600" dirty="0"/>
          </a:p>
        </p:txBody>
      </p:sp>
      <p:sp>
        <p:nvSpPr>
          <p:cNvPr id="8" name="texto"/>
          <p:cNvSpPr txBox="1"/>
          <p:nvPr/>
        </p:nvSpPr>
        <p:spPr>
          <a:xfrm>
            <a:off x="548640" y="512064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art. 1.805, § 1º, do Código Civil prevê que atos oficiosos, como o funeral do finado, não exprimem aceitação de herança.</a:t>
            </a:r>
            <a:endParaRPr lang="en-US" sz="2000" dirty="0"/>
          </a:p>
        </p:txBody>
      </p:sp>
      <p:sp>
        <p:nvSpPr>
          <p:cNvPr id="9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1.805, § 1º</a:t>
            </a:r>
            <a:endParaRPr lang="en-US" sz="1400" dirty="0"/>
          </a:p>
        </p:txBody>
      </p:sp>
      <p:sp>
        <p:nvSpPr>
          <p:cNvPr id="10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1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Aceitação expressa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aceitação expressa da herança faz-se por declaração escrita.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1.805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do renunciante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sucessão legítima, a parte do renunciante acresce à dos outros herdeiros da mesma classe.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1.810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Ninguém representa renunciante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pode suceder, representando herdeiro renunciante.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1.811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Exclusão por homicídio doloso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excluídos da sucessão os herdeiros ou legatários autores, co-autores ou partícipes de homicídio doloso contra a pessoa de cuja sucessão se tratar.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1.814, 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anos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Cônjuge separado de fato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cônjuge só tem direito sucessório se, ao tempo da morte, não estava separado de fato há mais de dois anos, salvo prova de que a convivência se tornara impossível sem culpa sua.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1.830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Direito real de habitação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cônjuge sobrevivente, qualquer que seja o regime de bens, é assegurado o direito real de habitação do imóvel destinado à residência da família, se for o único daquela natureza a inventariar.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1.831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Grau mais próximo exclui o mais remoto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os descendentes, os em grau mais próximo excluem os mais remotos, salvo o direito de representação.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1.833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Cônjuge sem descendentes e ascendentes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falta de descendentes e ascendentes, a sucessão é deferida por inteiro ao cônjuge sobrevivente.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1.838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Herdeiros necessários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herdeiros necessários os descendentes, os ascendentes e o cônjuge.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1.845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legítima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Pertence aos herdeiros necessários, de pleno direito, a metade dos bens da herança, constituindo a legítima.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1.846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Cláusulas sobre a legítima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Salvo se houver justa causa, declarada no testamento, o testador não pode estabelecer cláusula de inalienabilidade, impenhorabilidade e incomunicabilidade sobre os bens da legítima.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1.848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pode testar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pessoa capaz pode dispor, por testamento, da totalidade dos seus bens, ou de parte deles, para depois de sua morte.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1.857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 ou verdade?</a:t>
            </a:r>
            <a:endParaRPr lang="en-US" sz="2400" dirty="0"/>
          </a:p>
        </p:txBody>
      </p:sp>
      <p:sp>
        <p:nvSpPr>
          <p:cNvPr id="5" name="afirmacao"/>
          <p:cNvSpPr txBox="1"/>
          <p:nvPr/>
        </p:nvSpPr>
        <p:spPr>
          <a:xfrm>
            <a:off x="548640" y="196596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“Depois de feito, o testamento não pode mais ser mudado.”</a:t>
            </a:r>
            <a:endParaRPr lang="en-US" sz="3400" dirty="0"/>
          </a:p>
        </p:txBody>
      </p:sp>
      <p:sp>
        <p:nvSpPr>
          <p:cNvPr id="6" name="veredito-fundo"/>
          <p:cNvSpPr/>
          <p:nvPr/>
        </p:nvSpPr>
        <p:spPr>
          <a:xfrm>
            <a:off x="548640" y="420624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veredito"/>
          <p:cNvSpPr txBox="1"/>
          <p:nvPr/>
        </p:nvSpPr>
        <p:spPr>
          <a:xfrm>
            <a:off x="548640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2600" dirty="0"/>
          </a:p>
        </p:txBody>
      </p:sp>
      <p:sp>
        <p:nvSpPr>
          <p:cNvPr id="8" name="texto"/>
          <p:cNvSpPr txBox="1"/>
          <p:nvPr/>
        </p:nvSpPr>
        <p:spPr>
          <a:xfrm>
            <a:off x="548640" y="512064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art. 1.858 do Código Civil define o testamento como ato personalíssimo, que pode ser mudado a qualquer tempo.</a:t>
            </a:r>
            <a:endParaRPr lang="en-US" sz="2000" dirty="0"/>
          </a:p>
        </p:txBody>
      </p:sp>
      <p:sp>
        <p:nvSpPr>
          <p:cNvPr id="9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1.858</a:t>
            </a:r>
            <a:endParaRPr lang="en-US" sz="1400" dirty="0"/>
          </a:p>
        </p:txBody>
      </p:sp>
      <p:sp>
        <p:nvSpPr>
          <p:cNvPr id="10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1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anos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Impugnar a validade do testamento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Extingue-se em cinco anos o direito de impugnar a validade do testamento, contado o prazo da data do seu registro.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1.859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DAS 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Partilha amigável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os herdeiros forem capazes, poderão fazer partilha amigável, por escritura pública, termo nos autos do inventário, ou escrito particular, homologado pelo juiz.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2.015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 30 Posts: Direito das Sucessões</dc:title>
  <dc:subject>PptxGenJS Presentation</dc:subject>
  <dc:creator>Gabriel Araujo de Lima</dc:creator>
  <cp:lastModifiedBy>Gabriel Araujo de Lima</cp:lastModifiedBy>
  <cp:revision>1</cp:revision>
  <dcterms:created xsi:type="dcterms:W3CDTF">2026-10-28T21:44:11Z</dcterms:created>
  <dcterms:modified xsi:type="dcterms:W3CDTF">2026-10-28T21:44:11Z</dcterms:modified>
</cp:coreProperties>
</file>