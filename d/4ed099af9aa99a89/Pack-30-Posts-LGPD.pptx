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Proteção de Dados (LGPD).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a LGPD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dispõe sobre o tratamento de dados pessoais, inclusive nos meios digitais, por pessoa natural ou jurídica de direito público ou privado, para proteger a liberdade, a privacidade e o livre desenvolvimento da personalidade da pessoa natural.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fundamentos da proteção de dados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respeito à privacidade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autodeterminação informativa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inviolabilidade da intimidade, da honra e da imagem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2º, I, 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territorial da Lei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aplica-se a qualquer operação de tratamento, independentemente do meio, do país da sede ou do país onde estejam os dados, desde que a operação seja realizada no território nacional, entre outras hipóteses.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3º,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LGPD não se aplica (art. 4º)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por pessoa natural para fins exclusivamente particulares e não econômicos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para fins exclusivamente jornalísticos e artísticos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para fins exclusivos de segurança pública ou defesa nacional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4º, I, II, a, e III, a e b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dado pessoal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 é a informação relacionada a pessoa natural identificada ou identificável.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5º,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dado pessoal sensível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 sensível é o dado sobre origem racial ou étnica, convicção religiosa, opinião política, filiação sindical, saúde, vida sexual, dado genético ou biométrico, quando vinculado a uma pessoa natural.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5º, 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anonimizado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anonimizado é o relativo a titular que não possa ser identificado, considerando a utilização de meios técnicos razoáveis e disponíveis na ocasião de seu tratamento.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5º, III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quem no tratamento de dados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Titular: pessoa natural a quem se referem os dados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Controlador: a quem competem as decisões sobre o tratamento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Operador: quem trata os dados em nome do controlador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5º, V, VI e VII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tratamento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é toda operação realizada com dados pessoais, como coleta, produção, recepção, classificação, utilização, acesso, reprodução, transmissão, armazenamento, eliminação, entre outras.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5º, X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do tratamento: três exemplos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Finalidade: propósitos legítimos, específicos, explícitos e informados ao titular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Necessidade: limitação ao mínimo necessário para as finalidades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 medidas técnicas e administrativas contra acessos não autorizados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6º, I, III e VII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 da transparência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transparência garante aos titulares informações claras, precisas e facilmente acessíveis sobre a realização do tratamento e os respectivos agentes de tratamento, observados os segredos comercial e industrial.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6º, VI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Responsabilização e prestação de contas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deve demonstrar a adoção de medidas eficazes e capazes de comprovar a observância e o cumprimento das normas de proteção de dados pessoais e, inclusive, a eficácia dessas medidas.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6º, X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Hipóteses que autorizam o tratamento (art. 7º)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Mediante o fornecimento de consentimento pelo titular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cumprimento de obrigação legal ou regulatória pelo controlador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exercício regular de direitos em processo judicial, administrativo ou arbitral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7º, I, II e VI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“Todo tratamento de dados exige consentimento do titular.”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consentimento é apenas uma das hipóteses do art. 7º. Há outras, como o cumprimento de obrigação legal ou regulatória e a execução de contrato do qual o titular seja parte.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7º, I, II e V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Interesse legítimo tem limite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pode ser feito para atender aos interesses legítimos do controlador ou de terceiro, exceto se prevalecerem direitos e liberdades fundamentais do titular que exijam a proteção dos dados pessoais.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7º, IX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tornados públicos pelo titular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dispensada a exigência de consentimento para os dados tornados manifestamente públicos pelo titular, resguardados os direitos do titular e os princípios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7º, §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Consentimento por escrito: cláusula destacada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consentimento for fornecido por escrito, deve constar de cláusula destacada das demais cláusulas contratuais.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8º,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prova o consentimento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ao controlador o ônus da prova de que o consentimento foi obtido em conformidade com 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8º, §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 genérica é nula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consentimento deve referir-se a finalidades determinadas, e as autorizações genéricas para o tratamento de dados pessoais serão nulas.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8º, §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Revogação do consentimento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consentimento pode ser revogado a qualquer momento, mediante manifestação expressa do titular, por procedimento gratuito e facilitado.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8º, §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Informações que o titular pode acessar (art. 9º)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Finalidade específica do tratamento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 duração do tratamento, observados os segredos comercial e industrial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e contato do controlador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9º,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sensíveis: consentimento específico e destacado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de dados sensíveis pode ocorrer quando o titular ou seu responsável legal consentir, de forma específica e destacada, para finalidades específicas.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11,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Crianças e adolescentes: melhor interesse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de dados de crianças e adolescentes deve ser realizado em seu melhor interesse. Para crianças, exige-se consentimento específico e em destaque de pelo menos um dos pais ou do responsável legal.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14,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termina o tratamento (art. 15)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finalidade foi alcançada ou os dados deixaram de ser necessários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fim do período de tratamento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comunicação do titular, inclusive no exercício do direito de revogação do consentimento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15,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Eliminação após o término do tratamento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pessoais serão eliminados após o término de seu tratamento, nos limites técnicos das atividades, autorizada a conservação para finalidades como cumprimento de obrigação legal ou regulatória pelo controlador.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16, caput e 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do titular além do acesso (art. 18)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Portabilidade dos dados a outro fornecedor de serviço ou produto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dos dados tratados com o consentimento do titular, salvo exceções do art. 16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das entidades com as quais houve uso compartilhado de dados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18, V, VI e VII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de decisões automatizadas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tem direito a solicitar a revisão de decisões tomadas unicamente com base em tratamento automatizado de dados pessoais que afetem seus interesses, incluídas as destinadas a definir seu perfil pessoal, profissional, de consumo e de crédito.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20,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Declaração completa sobre os dados tratados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titular pedir declaração clara e completa, com origem dos dados, critérios utilizados e finalidade do tratamento, ela deve ser fornecida no prazo de até 15 dias, contado do requerimento.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19, II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das operações de tratamento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controlador e o operador devem manter registro das operações de tratamento de dados pessoais que realizarem, especialmente quando baseado no legítimo interesse.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37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40156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 (LGPD)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encarregado (DPO)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controlador deve indicar encarregado pelo tratamento de dados pessoais, e a identidade e o contato dele devem ser divulgados publicamente, de forma clara e objetiva.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LGPD, art. 41,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Proteção de Dados (LGPD)</dc:title>
  <dc:subject>PptxGenJS Presentation</dc:subject>
  <dc:creator>Gabriel Araujo de Lima</dc:creator>
  <cp:lastModifiedBy>Gabriel Araujo de Lima</cp:lastModifiedBy>
  <cp:revision>1</cp:revision>
  <dcterms:created xsi:type="dcterms:W3CDTF">2026-10-28T04:02:39Z</dcterms:created>
  <dcterms:modified xsi:type="dcterms:W3CDTF">2026-10-28T04:02:39Z</dcterms:modified>
</cp:coreProperties>
</file>