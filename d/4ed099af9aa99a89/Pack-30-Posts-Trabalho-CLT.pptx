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21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22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23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24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25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26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27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28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29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30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empregado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Considera-se empregado toda pessoa física que prestar serviços de natureza não eventual a empregador, sob a dependência deste e mediante salário.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3º,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distinção entre trabalho manual, técnico e intelectual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distinções relativas à espécie de emprego e à condição de trabalhador, nem entre o trabalho intelectual, técnico e manual.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3º, parágrafo único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Prescrição dos créditos trabalhistas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pretensão quanto a créditos resultantes das relações de trabalho prescreve em cinco anos para os trabalhadores urbanos e rurais, até o limite de dois anos após a extinção do contrato de trabalho.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11, caput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dias úteis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Prazo para anotar a CTPS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empregador tem o prazo de 5 dias úteis para anotar na CTPS a data de admissão, a remuneração e as condições especiais, se houver, dos trabalhadores que admitir.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29, caput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horas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Jornada normal de trabalho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duração normal do trabalho, para os empregados em qualquer atividade privada, não excederá de 8 horas diárias, desde que não seja fixado expressamente outro limite.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58, caput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Tolerância no registro de ponto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são descontadas nem computadas como jornada extraordinária as variações de horário no registro de ponto não excedentes de cinco minutos, observado o limite máximo de dez minutos diários.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58,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horas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Descanso entre duas jornadas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duas jornadas de trabalho deve haver um período mínimo de 11 horas consecutivas para descanso.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66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Descanso semanal de 24 horas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empregado tem direito a descanso semanal de 24 horas consecutivas, que, salvo motivo de conveniência pública ou necessidade imperiosa do serviço, deve coincidir com o domingo, no todo ou em parte.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67,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Intervalo para repouso ou alimentação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acima de 6 horas: intervalo de, no mínimo, 1 hora e, em regra, no máximo 2 horas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de mais de 4 até 6 horas: intervalo de 15 minutos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intervalos de descanso não são computados na duração do trabalho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71, caput, §§ 1º e 2º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Adicional noturno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noturno tem remuneração superior à do diurno, com acréscimo de pelo menos 20% sobre a hora diurna, salvo nos casos de revezamento semanal ou quinzenal.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73, caput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noturna reduzida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hora do trabalho noturno é computada como de 52 minutos e 30 segundos.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73,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 anual a férias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empregado tem direito anualmente ao gozo de um período de férias, sem prejuízo da remuneração.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129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Duração das férias conforme as faltas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dias corridos: até 5 faltas ao serviço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dias corridos: de 6 a 14 faltas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dias corridos: de 15 a 23 faltas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130, I a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Férias concedidas fora do prazo: remuneração em dobro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as férias são concedidas após o prazo legal de 12 meses, o empregador paga em dobro a respectiva remuneração.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137,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Abono pecuniário: vender 1/3 das férias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facultado ao empregado converter 1/3 do período de férias a que tiver direito em abono pecuniário, no valor da remuneração que lhe seria devida nos dias correspondentes.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143,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 do abono de férias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abono de férias deve ser requerido até 15 dias antes do término do período aquisitivo.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143, § 1º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Pagamento das férias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pagamento da remuneração das férias e, se for o caso, do abono pecuniário é feito até 2 dias antes do início do respectivo período.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145, caput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Licença-maternidade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empregada gestante tem direito à licença-maternidade de 120 dias, sem prejuízo do emprego e do salário.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392, caput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Gorjetas integram a remuneração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Compreendem-se na remuneração do empregado, para todos os efeitos legais, além do salário devido e pago diretamente pelo empregador, as gorjetas que receber.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457,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Descontos no salário: regra geral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empregador é vedado efetuar qualquer desconto nos salários do empregado, salvo quando resultar de adiantamentos, de dispositivos de lei ou de contrato coletivo.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462,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empregador pode mudar as condições do contrato quando quiser.”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contratos individuais de trabalho, só é lícita a alteração das condições por mútuo consentimento, e ainda assim desde que não resultem prejuízos ao empregado, sob pena de nulidade da cláusula infringente.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468, caput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Extinção do contrato: o que o empregador deve fazer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extinção do contrato de trabalho, o empregador deve anotar a CTPS, comunicar a dispensa aos órgãos competentes e realizar o pagamento das verbas rescisórias no prazo e na forma da lei.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477,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Justa causa: exemplos do art. 482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de improbidade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Desídia no desempenho das funções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 de emprego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482, a, e, 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Rescisão indireta: exemplos do art. 483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com rigor excessivo pelo empregador ou superiores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Descumprimento, pelo empregador, das obrigações do contrato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lesivo da honra e boa fama contra o empregado ou família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483, b, d, e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Aviso prévio: antecedência mínima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havendo prazo estipulado, a parte que, sem justo motivo, quiser rescindir o contrato deve avisar a outra com antecedência mínima de oito dias, se o pagamento for semanal ou por tempo inferior, ou de trinta dias nos demais casos previstos.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487, I e II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Ônus da prova no processo do trabalho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reclamante: quanto ao fato constitutivo do seu direito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reclamado: quanto ao fato impeditivo, modificativo ou extintivo do direito do reclamante</a:t>
            </a:r>
            <a:endParaRPr lang="en-US" sz="2000" dirty="0"/>
          </a:p>
        </p:txBody>
      </p:sp>
      <p:sp>
        <p:nvSpPr>
          <p:cNvPr id="11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818, I e II</a:t>
            </a:r>
            <a:endParaRPr lang="en-US" sz="1400" dirty="0"/>
          </a:p>
        </p:txBody>
      </p:sp>
      <p:sp>
        <p:nvSpPr>
          <p:cNvPr id="12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3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Reclamação escrita: o que deve conter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Designação do juízo e qualificação das partes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exposição dos fatos de que resulte o dissídio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certo, determinado e com indicação de valor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840, § 1º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Ausência na audiência trabalhista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não comparecimento do reclamante à audiência importa o arquivamento da reclamação, e o do reclamado importa revelia, além de confissão quanto à matéria de fato.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844,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ponto: quando é obrigatório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anotação da hora de entrada e de saída é obrigatória para os estabelecimentos com mais de 20 trabalhadores, na forma da lei.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74, § 2º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meses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Prazo para conceder as férias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férias são concedidas por ato do empregador, em um só período, nos 12 meses subsequentes à data em que o empregado adquiriu o direito, salvo o fracionamento permitido em lei.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134, caput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30 Posts Direito do Trabalho</dc:title>
  <dc:subject>PptxGenJS Presentation</dc:subject>
  <dc:creator>Gabriel Araujo de Lima</dc:creator>
  <cp:lastModifiedBy>Gabriel Araujo de Lima</cp:lastModifiedBy>
  <cp:revision>1</cp:revision>
  <dcterms:created xsi:type="dcterms:W3CDTF">2026-10-28T03:43:23Z</dcterms:created>
  <dcterms:modified xsi:type="dcterms:W3CDTF">2026-10-28T03:43:23Z</dcterms:modified>
</cp:coreProperties>
</file>