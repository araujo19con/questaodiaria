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 Civil (Contratos).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social do contrato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liberdade contratual é exercida nos limites da função social do contrato.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Intervenção mínima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relações contratuais privadas prevalecem a intervenção mínima e a excepcionalidade da revisão contratual.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421,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paritários e simétricos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civis e empresariais presumem-se paritários e simétricos, até que elementos concretos afastem a presunção.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421-A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Probidade e boa-fé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contratantes devem guardar probidade e boa-fé na conclusão do contrato e na sua execução.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Cláusulas ambíguas no contrato de adesão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Havendo cláusulas ambíguas ou contraditórias, adota-se a interpretação mais favorável ao aderente.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Renúncia antecipada no contrato de adesão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nulas as cláusulas que estipulem renúncia antecipada do aderente a direito resultante da natureza do negócio.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atípicos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lícito às partes estipular contratos atípicos, observadas as normas gerais do Código.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“Pode-se contratar sobre a herança de uma pessoa viva.”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art. 426 do Código Civil, não pode ser objeto de contrato a herança de pessoa viva.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426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 obriga o proponente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de contrato obriga o proponente, salvo se o contrário resultar dos seus termos, da natureza do negócio ou das circunstâncias.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proposta deixa de obrigar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sem prazo a pessoa presente, a proposta deixa de ser obrigatória se não foi imediatamente aceita.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428,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Lugar da celebração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Reputa-se celebrado o contrato no lugar em que foi proposto.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435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Vícios redibitórios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coisa recebida em contrato comutativo pode ser enjeitada por vícios ou defeitos ocultos que a tornem imprópria ao uso ou lhe diminuam o valor.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441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Diante do vício oculto, o adquirente pode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Rejeitar a coisa, redibindo o contrato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Reclamar abatimento no preço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442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Vício oculto em bem móvel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adquirente decai do direito de obter a redibição ou o abatimento no prazo de 30 dias se a coisa for móvel, e de 1 ano se for imóvel, contado da entrega efetiva.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445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Inadimplemento e resolução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lesada pode pedir a resolução do contrato ou exigir o cumprimento, cabendo perdas e danos em ambos os casos.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475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Exceção de contrato não cumprido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contratos bilaterais, nenhum contratante pode exigir o implemento da obrigação do outro antes de cumprida a sua.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476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Onerosidade excessiva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contratos de execução continuada ou diferida, a prestação excessivamente onerosa por fatos extraordinários e imprevisíveis pode levar à resolução.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478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compra e venda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contratante se obriga a transferir o domínio de certa coisa, e o outro, a pagar-lhe certo preço em dinheiro.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481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compra e venda se aperfeiçoa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pura, é obrigatória e perfeita desde que as partes acordem no objeto e no preço.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482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paga escritura e registro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cláusula em contrário, o comprador arca com escritura e registro, e o vendedor com as despesas da tradição.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490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até a tradição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tradição, os riscos da coisa correm por conta do vendedor, e os do preço por conta do comprador.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492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“Pai pode vender um bem a um filho sem a anuência dos demais.”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art. 496 do Código Civil torna anulável a venda de ascendente a descendente, salvo consentimento expresso dos outros descendentes e do cônjuge.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496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de preferência do condômino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condômino que não foi avisado da venda a estranhos pode haver para si a parte vendida, depositando o preço, se o requerer em até 180 dias, sob pena de decadência.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504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locador é obrigado a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 coisa alugada em estado de servir ao uso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o uso pacífico da coisa durante o contrato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566, I e II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locatário é obrigado a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coisa conforme o convencionado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pontualmente o aluguel nos prazos ajustados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569, I e II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Comodato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comodato é o empréstimo gratuito de coisas não fungíveis e se perfaz com a tradição do objeto.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579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Mútuo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mútuo é o empréstimo de coisas fungíveis, devendo o mutuário restituir coisa do mesmo gênero, qualidade e quantidade.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586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máximo da prestação de serviço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prestação de serviço não pode ser convencionada por mais de quatro anos, ainda que a obra não esteja concluída.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598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fiança pode ser combinada apenas de forma verbal.”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 art. 819 do Código Civil, a fiança dá-se por escrito e não admite interpretação extensiva.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819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(CONTRATOS)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Exoneração da fiança sem prazo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fiador que assinou fiança sem limitação de tempo pode exonerar-se quando lhe convier, ficando obrigado por 60 dias após a notificação do credor.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835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Posts: Direito Civil (Contratos)</dc:title>
  <dc:subject>PptxGenJS Presentation</dc:subject>
  <dc:creator>Gabriel Araujo de Lima</dc:creator>
  <cp:lastModifiedBy>Gabriel Araujo de Lima</cp:lastModifiedBy>
  <cp:revision>1</cp:revision>
  <dcterms:created xsi:type="dcterms:W3CDTF">2026-10-28T19:58:15Z</dcterms:created>
  <dcterms:modified xsi:type="dcterms:W3CDTF">2026-10-28T19:58:15Z</dcterms:modified>
</cp:coreProperties>
</file>