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Direito Empresarial.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empresário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Considera-se empresário quem exerce profissionalmente atividade econômica organizada para a produção ou a circulação de bens ou de serviços.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966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“Quem exerce profissão intelectual nunca é empresário.”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art. 966, parágrafo único, do Código Civil, não se considera empresário quem exerce profissão intelectual, de natureza científica, literária ou artística, salvo se o exercício da profissão constituir elemento de empresa.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966, parágrafo único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Inscrição do empresário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obrigatória a inscrição do empresário no Registro Público de Empresas Mercantis da respectiva sede, antes do início de sua atividade.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967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pode ser empresário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exercer a atividade de empresário os que estiverem em pleno gozo da capacidade civil e não forem legalmente impedidos.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972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Impedido que empreende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legalmente impedida de exercer atividade própria de empresário, se a exercer, responderá pelas obrigações contraídas.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973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Incapaz e a empresa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incapaz, por meio de representante ou devidamente assistido, pode continuar a empresa antes exercida por ele enquanto capaz, por seus pais ou pelo autor de herança.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974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Cônjuges em sociedade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cônjuges podem contratar sociedade entre si ou com terceiros, desde que não tenham casado no regime da comunhão universal de bens ou no da separação obrigatória.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977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de sociedade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Celebram contrato de sociedade as pessoas que reciprocamente se obrigam a contribuir, com bens ou serviços, para o exercício de atividade econômica e a partilha, entre si, dos resultados.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981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Sociedade empresária ou simples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Considera-se empresária a sociedade que tem por objeto o exercício de atividade própria de empresário sujeito a registro; e simples, as demais.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982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Personalidade jurídica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sociedade adquire personalidade jurídica com a inscrição, no registro próprio e na forma da lei, dos seus atos constitutivos.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985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Sociedade em comum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não inscritos os atos constitutivos, a sociedade reger-se-á pelas regras da sociedade em comum e, subsidiariamente, pelas normas da sociedade simples.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986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Patrimônio especial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sociedade em comum, os bens e dívidas sociais constituem patrimônio especial, do qual os sócios são titulares em comum.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988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 de participação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sociedade em conta de participação, a atividade é exercida unicamente pelo sócio ostensivo, em seu nome individual e sob sua exclusiva responsabilidade, participando os demais dos resultados.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991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social escrito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sociedade constitui-se mediante contrato escrito, particular ou público, que, além das cláusulas estipuladas pelas partes, mencionará os dados exigidos em lei.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997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cessão de quotas vale perante a sociedade sem alterar o contrato social.”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o art. 1.003 do Código Civil, a cessão total ou parcial de quota, sem a correspondente modificação do contrato social com o consentimento dos demais sócios, não terá eficácia quanto a estes e à sociedade.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1.003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Cedente e cessionário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dois anos depois de averbada a modificação do contrato, responde o cedente solidariamente com o cessionário, perante a sociedade e terceiros, pelas obrigações que tinha como sócio.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1.003, parágrafo único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Sócio em mora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sócio que deixar de cumprir a contribuição do contrato social, nos trinta dias seguintes ao da notificação pela sociedade, responderá pelo dano emergente da mora.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1.004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Sócio de serviços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sócio cuja contribuição consiste em serviços não pode, salvo convenção em contrário, empregar-se em atividade estranha à sociedade, sob pena de ser privado de seus lucros e dela excluído.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1.006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contrato social pode excluir um sócio da participação nos lucros e nas perdas.”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art. 1.008 do Código Civil, é nula a estipulação contratual que exclua qualquer sócio de participar dos lucros e das perdas.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1.008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Lucros ilícitos ou fictícios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distribuição de lucros ilícitos ou fictícios acarreta responsabilidade solidária dos administradores que a realizarem e dos sócios que os receberem, conhecendo ou devendo conhecer-lhes a ilegitimidade.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1.009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Dever de diligência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administrador deve ter, no exercício de suas funções, o cuidado e a diligência que todo homem ativo e probo costuma empregar na administração de seus próprios negócios.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1.011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 do administrador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administradores respondem solidariamente perante a sociedade e os terceiros prejudicados, por culpa no desempenho de suas funções.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1.016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Prestação de contas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administradores são obrigados a prestar aos sócios contas justificadas de sua administração e a apresentar-lhes o inventário anualmente, bem como o balanço patrimonial e o de resultado econômico.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1.020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Exame dos livros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 estipulação que determine época própria, o sócio pode, a qualquer tempo, examinar os livros e documentos, e o estado da caixa e da carteira da sociedade.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1.021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Retirada de sócio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sociedade é de prazo indeterminado, qualquer sócio pode retirar-se mediante notificação aos demais, com antecedência mínima de sessenta dias.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1.029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Exclusão judicial de sócio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sócio pode ser excluído judicialmente, por iniciativa da maioria dos demais sócios, por falta grave no cumprimento de suas obrigações ou por incapacidade superveniente.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1.030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 na limitada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sociedade limitada, a responsabilidade de cada sócio é restrita ao valor de suas quotas, mas todos respondem solidariamente pela integralização do capital social.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1.052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Estimação de bens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exata estimação dos bens conferidos ao capital social respondem solidariamente todos os sócios, até o prazo de cinco anos da data do registro da sociedade.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1.055, § 1º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Cessão de quota a estranho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omissão do contrato, o sócio pode ceder sua quota a quem seja sócio, sem ouvir os outros, ou a estranho, se não houver oposição de titulares de mais de um quarto do capital social.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1.057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EMPRESARIAL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Deliberações ilegais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deliberações infringentes do contrato ou da lei tornam ilimitada a responsabilidade dos que expressamente as aprovaram.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1.080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Posts: Direito Empresarial</dc:title>
  <dc:subject>PptxGenJS Presentation</dc:subject>
  <dc:creator>Gabriel Araujo de Lima</dc:creator>
  <cp:lastModifiedBy>Gabriel Araujo de Lima</cp:lastModifiedBy>
  <cp:revision>1</cp:revision>
  <dcterms:created xsi:type="dcterms:W3CDTF">2026-10-29T14:36:10Z</dcterms:created>
  <dcterms:modified xsi:type="dcterms:W3CDTF">2026-10-29T14:36:10Z</dcterms:modified>
</cp:coreProperties>
</file>