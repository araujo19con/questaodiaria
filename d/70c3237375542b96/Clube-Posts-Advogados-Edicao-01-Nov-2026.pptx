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Previdenciário.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Assistência Social.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Proteção de Dados.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Datas.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Institucional.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Friday: 3 direitos para lembrar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anunciado obriga a loja e faz parte do contrato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diferentes para o mesmo produto: vale o menor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fora da loja (internet, telefone): 7 dias para desistir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arts. 30 e 49; Lei 10.962/2004, art. 5º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anúncio obriga quem anunciou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informação ou publicidade suficientemente precisa, em qualquer meio, obriga o fornecedor que a veicular e passa a integrar o contrato que vier a ser celebrado.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 (Lei 8.078/1990), art. 30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não cumpriu a oferta. E agora?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o cumprimento da oferta, nos termos anunciados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outro produto ou serviço equivalente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Desfazer o contrato, com devolução do valor pago, atualizado, e perdas e danos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35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 diz uma coisa, caixa diz outra?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divergência de preços para o mesmo produto entre os sistemas de informação de preços do estabelecimento, o consumidor paga o menor dentre eles.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10.962/2004, art.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 virtual: o que o site precisa mostrar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empresarial e CNPJ ou CPF do fornecedor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físico e eletrônico para contato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extras discriminadas no preço, como frete e seguro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Decreto 7.962/2013, art. 2º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“Produto comprado em promoção não tem garantia.”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prazos para reclamar de vícios aparentes valem também para o que foi comprado em promoção: 30 dias para produtos e serviços não duráveis e 90 dias para os duráveis, contados da entrega.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26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30/11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para a 1ª parcela do 13º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fevereiro e novembro, o empregador paga, de uma só vez, metade do salário do mês anterior como adiantamento do 13º.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4.749/1965, art. 2º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20/12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pagar o restante do 13º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gratificação natalina deve ser paga até 20 de dezembro, descontado o adiantamento já recebido.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4.749/1965, art.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Antecedência do aviso de férias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concessão das férias deve ser comunicada por escrito ao empregado com, no mínimo, 30 dias de antecedência, mediante recibo.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135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Trabalhou no feriado?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atividades em que não é possível suspender o trabalho nos feriados, a remuneração do dia é paga em dobro, salvo se o empregador determinar outro dia de folga.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605/1949, art. 9º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avós podem ser chamados a ajudar na pensão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parente que deve alimentos em primeiro lugar não puder arcar com todo o encargo, os parentes de grau imediato podem ser chamados a concorrer, na proporção dos seus recursos.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Viagem com menor de 16 anos: quando não precisa de autorização judicial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 para comarca vizinha, no mesmo estado ou na mesma região metropolitana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Acompanhado de avós, irmãos ou tios maiores de idade, com prova do parentesco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Acompanhado de pessoa maior autorizada expressamente pelos pais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83, § 1º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PREVIDENCIÁRIO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Salário-maternidade também na adoção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segurado do INSS e adota ou obtém guarda judicial para fins de adoção de criança tem direito ao salário-maternidade por 120 dias.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71-A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BPC: o que é o benefício de prestação continuada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garantia de um salário mínimo por mês à pessoa com deficiência e ao idoso com 65 anos ou mais que comprovem não ter meios de prover a própria manutenção nem de tê-la provida pela família.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 (LOAS), art. 20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Reforma do prédio: quem paga é o proprietário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locação, as despesas extraordinárias de condomínio, como obras estruturais, pintura de fachada e fundo de reserva, são do locador.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22, X e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Inventário pode ser feito em cartório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forem capazes e estiverem de acordo, o inventário e a partilha podem ser feitos por escritura pública, com todas as partes assistidas por advogado ou defensor público.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610, §§ 1º e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56946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LGPD: 3 direitos sobre os seus dados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se a empresa trata os seus dados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acesso aos dados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correção de dados incompletos ou errados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13.709/2018 (LGPD), art. 18,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20/12 a 20/1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Prazos processuais suspensos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dos prazos processuais fica suspenso entre 20 de dezembro e 20 de janeiro, inclusive.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220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de novembro: Dia Nacional de Zumbi e da Consciência Negra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Lei 14.759/2023, a data é feriado nacional. Um dia de memória, reflexão e compromisso com a igualdade.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 no fim de ano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atendimento de [data] a [data] será em horário especial: [horário]. Retornamos ao horário normal em [data].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Clube de Posts para Advogados · Edição 1 (novembro/2026)</dc:title>
  <dc:subject>PptxGenJS Presentation</dc:subject>
  <dc:creator>Gabriel Araujo de Lima</dc:creator>
  <cp:lastModifiedBy>Gabriel Araujo de Lima</cp:lastModifiedBy>
  <cp:revision>1</cp:revision>
  <dcterms:created xsi:type="dcterms:W3CDTF">2026-10-20T01:16:37Z</dcterms:created>
  <dcterms:modified xsi:type="dcterms:W3CDTF">2026-10-20T01:16:37Z</dcterms:modified>
</cp:coreProperties>
</file>