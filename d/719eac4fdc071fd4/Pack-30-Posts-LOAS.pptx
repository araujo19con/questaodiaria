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Assistência Social (LOAS).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assistência social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direito do cidadão e dever do Estado, política de seguridade social não contributiva que provê os mínimos sociais.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da assistência social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social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socioassistencial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de direitos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2º, I, II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Alguns princípios da assistência social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Supremacia do atendimento às necessidades sociais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Universalização dos direitos sociais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à dignidade e à autonomia do cidadão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4º,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comprovação vexatória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veda qualquer comprovação vexatória de necessidade.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4º, III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Diretrizes de organização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Descentralização e comando único em cada esfera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da população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Primazia da responsabilidade do Estado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5º,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Suas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da assistência social se organiza em sistema descentralizado e participativo, o Sistema Único de Assistência Social.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6º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precisam de inscrição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funcionamento das entidades de assistência social depende de prévia inscrição no Conselho Municipal de Assistência Social.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9º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responde pelo BPC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à União responder pela concessão e manutenção dos benefícios de prestação continuada.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12,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Auxílios natalidade e funeral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aos Municípios efetuar o pagamento dos auxílios natalidade e funeral.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15, 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Conselhos paritários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instâncias deliberativas do Suas têm composição paritária entre governo e sociedade civil.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16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 no CNAS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membros do Conselho Nacional de Assistência Social têm mandato de 2 anos, permitida uma única recondução por igual período.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17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BPC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garantia de um salário-mínimo mensal à pessoa com deficiência e ao idoso com 65 anos ou mais que comprovem não ter meios de se manter.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familiar per capita no BPC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Terá direito à pessoa com deficiência ou idosa com renda familiar mensal per capita igual ou inferior a 1/4 do salário-mínimo, observados os demais critérios.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3º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compõe a família no BPC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família é composta pelo requerente, cônjuge ou companheiro, pais, irmãos solteiros, filhos e enteados solteiros e menores tutelados que vivam sob o mesmo teto.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 com deficiência no BPC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que tem impedimento de longo prazo de natureza física, mental, intelectual ou sensorial que, com barreiras, obstrua sua participação plena na sociedade.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Impedimento de longo prazo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impedimento de longo prazo aquele que produza efeitos pelo prazo mínimo de 2 anos.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10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BPC pode ser acumulado com qualquer outro benefício.”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regra não: não pode ser acumulado com outro benefício da seguridade social ou de outro regime, salvo as exceções previstas.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4º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Acolhimento não tira o direito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de acolhimento em instituição de longa permanência não prejudica o direito ao BPC.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5º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médica e social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concessão fica sujeita a avaliação médica e social feita por médicos peritos e assistentes sociais do INSS.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6º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declarada pelo requerente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familiar mensal deve ser declarada pelo requerente ou seu representante legal, sujeita aos procedimentos do regulamento.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8º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Estágio e aprendizagem fora do cálculo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Rendimentos de estágio supervisionado e de aprendizagem não são computados no cálculo da renda familiar per capita.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20, § 9º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do BPC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benefício deve ser revisto a cada 2 anos para avaliar se continuam as condições que lhe deram origem.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21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BPC cessa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pagamento cessa quando forem superadas as condições de concessão ou em caso de morte do beneficiário.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21,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Habilitação e reabilitação não suspendem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não remuneradas de habilitação e reabilitação não são motivo de suspensão ou cessação do benefício da pessoa com deficiência.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21, § 3º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concessão é possível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cessação do BPC da pessoa com deficiência não impede nova concessão, se atendidos os requisitos do regulamento.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21, §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 de reavaliação periódica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beneficiário é dispensado de avaliação médico-pericial periódica se o impedimento for permanente, irreversível ou irrecuperável.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21, § 5º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eventuais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provisões suplementares e provisórias prestadas em virtude de nascimento, morte, vulnerabilidade temporária e calamidade pública.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Paif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proteção da família, integrado à proteção social básica e prestado nos Cras.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24-A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para repasses a Estados e Municípios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de Assistência Social paritário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de Assistência Social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Assistência Social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30,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 (LOAS)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Auxílio-inclusão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ter direito a pessoa com deficiência moderada ou grave que recebe o BPC e passa a exercer atividade remunerada nos limites da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8.742/1993, art. 26-A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Posts: Assistência Social (LOAS)</dc:title>
  <dc:subject>PptxGenJS Presentation</dc:subject>
  <dc:creator>Gabriel Araujo de Lima</dc:creator>
  <cp:lastModifiedBy>Gabriel Araujo de Lima</cp:lastModifiedBy>
  <cp:revision>1</cp:revision>
  <dcterms:created xsi:type="dcterms:W3CDTF">2026-10-28T17:43:40Z</dcterms:created>
  <dcterms:modified xsi:type="dcterms:W3CDTF">2026-10-28T17:43:40Z</dcterms:modified>
</cp:coreProperties>
</file>