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4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5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6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7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8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9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10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11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12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13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14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15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16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17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18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19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20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21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22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23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24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25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26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27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28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29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30 · Direitos Reais.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o possuidor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Considera-se possuidor todo aquele que tem de fato o exercício, pleno ou não, de algum dos poderes inerentes à propriedade.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1.196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Posse direta e indireta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posse direta, de pessoa que tem a coisa em seu poder temporariamente, em virtude de direito pessoal ou real, não anula a indireta, de quem aquela foi havida.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1.197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o detentor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Considera-se detentor aquele que, achando-se em relação de dependência para com outro, conserva a posse em nome deste e em cumprimento de ordens ou instruções suas.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1.198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Posse de boa-fé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de boa-fé a posse, se o possuidor ignora o vício, ou o obstáculo que impede a aquisição da coisa.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1.201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“Atos de mera permissão ou tolerância geram posse.”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art. 1.208 do Código Civil, não induzem posse os atos de mera permissão ou tolerância.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1.208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Proteção possessória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possuidor tem direito a ser mantido na posse em caso de turbação, restituído no de esbulho, e segurado de violência iminente, se tiver justo receio de ser molestado.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1.210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Perda da posse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Perde-se a posse quando cessa, embora contra a vontade do possuidor, o poder sobre o bem.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1.223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Faculdades do proprietário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proprietário tem a faculdade de usar, gozar e dispor da coisa, e o direito de reavê-la do poder de quem quer que injustamente a possua ou detenha.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1.228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anos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Usucapião extraordinária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possui um imóvel como seu, por quinze anos, sem interrupção nem oposição, adquire a propriedade, independentemente de título e boa-fé.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1.238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Usucapião especial rural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não é proprietário de imóvel rural ou urbano e possui como sua, por cinco anos ininterruptos e sem oposição, área rural de até cinquenta hectares, tornando-a produtiva por seu trabalho, com moradia, adquire a propriedade.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1.239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anos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Usucapião especial urbana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possui como sua área urbana de até 250 m², por cinco anos ininterruptamente e sem oposição, para moradia, adquire o domínio, se não for proprietário de outro imóvel.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1.240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Declaração da usucapião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possuidor pode requerer ao juiz que seja declarada adquirida, mediante usucapião, a propriedade imóvel.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1.241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anos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Usucapião ordinária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Adquire a propriedade do imóvel quem o possuir, de forma contínua e incontestada, com justo título e boa-fé, por dez anos.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1.242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anos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Usucapião de bem móvel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possuir coisa móvel como sua, contínua e incontestadamente durante três anos, com justo título e boa-fé, adquire a propriedade.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1.260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Perda da propriedade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Perde-se a propriedade por alienação, renúncia, abandono, perecimento da coisa ou desapropriação, além das causas previstas no Código.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1.275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Interferências do vizinho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proprietário ou possuidor de um prédio pode fazer cessar as interferências prejudiciais à segurança, ao sossego e à saúde dos que o habitam, provocadas pela utilização de propriedade vizinha.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1.277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no próprio terreno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proprietário pode levantar em seu terreno as construções que lhe aprouver, salvo o direito dos vizinhos e os regulamentos administrativos.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1.299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 m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Janelas e terraços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vedado abrir janelas, ou fazer eirado, terraço ou varanda, a menos de metro e meio do terreno vizinho.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1.301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 e dia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Desfazer janela, sacada ou goteira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proprietário pode, no lapso de ano e dia após a conclusão da obra, exigir que se desfaça janela, sacada, terraço ou goteira sobre o seu prédio.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1.302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Obras e prédio vizinho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permitida obra ou serviço suscetível de provocar desmoronamento ou deslocação de terra, ou que comprometa a segurança do prédio vizinho, senão após feitas as obras acautelatórias.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1.311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Direitos do condômino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condômino pode usar da coisa conforme sua destinação, reivindicá-la de terceiro, defender a sua posse e alhear a respectiva parte ideal, ou gravá-la.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1.314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Despesas do condomínio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condômino é obrigado, na proporção de sua parte, a concorrer para as despesas de conservação ou divisão da coisa, e a suportar os ônus a que estiver sujeita.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1.315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Quórum para obras no condomínio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realização de obras no condomínio depende, se voluptuárias, de voto de dois terços dos condôminos e, se úteis, de voto da maioria dos condôminos.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1.341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síndico precisa ser condômino.”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art. 1.347 do Código Civil diz que a assembleia escolherá um síndico, que poderá não ser condômino, por prazo não superior a dois anos, podendo renovar-se.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1.347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Assembleia anual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síndico convocará, anualmente, reunião da assembleia dos condôminos para aprovar o orçamento das despesas, as contribuições e a prestação de contas.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1.350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Quórum das deliberações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Salvo quórum especial, as deliberações da assembleia são tomadas, em primeira convocação, por maioria de votos dos condôminos presentes que representem pelo menos metade das frações ideais.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1.352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Propriedade fiduciária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Considera-se fiduciária a propriedade resolúvel de coisa móvel infungível que o devedor, com escopo de garantia, transfere ao credor.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1.361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Direito de superfície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proprietário pode conceder a outrem o direito de construir ou de plantar em seu terreno, por tempo determinado, mediante escritura pública registrada no Cartório de Registro de Imóveis.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1.369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Garantia real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dívidas garantidas por penhor, anticrese ou hipoteca, o bem dado em garantia fica sujeito, por vínculo real, ao cumprimento da obrigação.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1.419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REAIS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Constituição do penhor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Constitui-se o penhor pela transferência efetiva da posse que, em garantia do débito, faz o devedor, ou alguém por ele, de uma coisa móvel suscetível de alienação.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1.431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 30 Posts: Direitos Reais</dc:title>
  <dc:subject>PptxGenJS Presentation</dc:subject>
  <dc:creator>Gabriel Araujo de Lima</dc:creator>
  <cp:lastModifiedBy>Gabriel Araujo de Lima</cp:lastModifiedBy>
  <cp:revision>1</cp:revision>
  <dcterms:created xsi:type="dcterms:W3CDTF">2026-10-29T01:42:38Z</dcterms:created>
  <dcterms:modified xsi:type="dcterms:W3CDTF">2026-10-29T01:42:38Z</dcterms:modified>
</cp:coreProperties>
</file>