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 · Direito Imobiliário.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 · Direito Imobiliário.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3 · Direito Imobiliário.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4 · Direito Imobiliário.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5 · Direito Imobiliário.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6 · Direito Imobiliário.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7 · Direito Imobiliário.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8 · Direito Imobiliário.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9 · Direito Imobiliário.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10 · Direito Imobiliário.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11 · Direito Imobiliário.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12 · Direito Imobiliário.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13 · Direito Imobiliário.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14 · Direito Imobiliário.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15 · Direito Imobiliário.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16 · Direito Imobiliário.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17 · Direito Imobiliário.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18 · Direito Imobiliário.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19 · Direito Imobiliário.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20 · Direito Imobiliário.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21 · Direito Imobiliário.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22 · Direito Imobiliário.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23 · Direito Imobiliário.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24 · Direito Imobiliário.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25 · Direito Imobiliário.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26 · Direito Imobiliário.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27 · Direito Imobiliário.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28 · Direito Imobiliário.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29 · Direito Imobiliário.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30 · Direito Imobiliário.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IMOBILIÁRIO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Locações fora da Lei do Inquilinato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Imóveis da União, dos Estados e dos Municípios, de autarquias e fundações públicas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Vagas autônomas de garagem ou de espaços para estacionamento de veículos</a:t>
            </a:r>
            <a:endParaRPr lang="en-US" sz="2000" dirty="0"/>
          </a:p>
        </p:txBody>
      </p:sp>
      <p:sp>
        <p:nvSpPr>
          <p:cNvPr id="11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8.245/1991, art. 1º, parágrafo único, a, 1 e 2</a:t>
            </a:r>
            <a:endParaRPr lang="en-US" sz="1400" dirty="0"/>
          </a:p>
        </p:txBody>
      </p:sp>
      <p:sp>
        <p:nvSpPr>
          <p:cNvPr id="12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3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IMOBILIÁRIO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Contrato de 10 anos ou mais exige vênia conjugal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contrato de locação pode ser ajustado por qualquer prazo, dependendo de vênia conjugal se o prazo for igual ou superior a dez anos.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8.245/1991, art. 3º, caput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IMOBILIÁRIO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vênia conjugal: prazo excedente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 a vênia conjugal, o cônjuge não está obrigado a observar o prazo excedente.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8.245/1991, art. 3º, parágrafo único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IMOBILIÁRIO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Devolução antecipada do imóvel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o prazo do contrato, o locador não pode reaver o imóvel. O locatário pode devolvê-lo, pagando a multa pactuada, proporcional ao período de cumprimento do contrato, ou, na falta dela, a que for judicialmente estipulada.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8.245/1991, art. 4º, caput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IMOBILIÁRIO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dias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Aviso do locatário na locação por prazo indeterminado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locatário pode denunciar a locação por prazo indeterminado mediante aviso por escrito ao locador, com antecedência mínima de trinta dias.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8.245/1991, art. 6º, caput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IMOBILIÁRIO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o aviso: um mês de aluguel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ausência do aviso, o locador pode exigir quantia correspondente a um mês de aluguel e encargos, vigentes quando da resilição.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8.245/1991, art. 6º, parágrafo único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IMOBILIÁRIO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dias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Imóvel vendido durante a locação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imóvel for alienado durante a locação, o adquirente pode denunciar o contrato, com prazo de noventa dias para a desocupação, salvo se a locação for por tempo determinado e o contrato tiver cláusula de vigência em caso de alienação, averbada na matrícula.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8.245/1991, art. 8º, caput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IMOBILIÁRIO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Outras formas de desfazer a locação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mútuo acordo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decorrência de infração legal ou contratual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decorrência de falta de pagamento do aluguel e demais encargos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8.245/1991, art. 9º, I a III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IMOBILIÁRIO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Sublocação e empréstimo: consentimento por escrito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cessão da locação, a sublocação e o empréstimo do imóvel, total ou parcialmente, dependem do consentimento prévio e escrito do locador.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8.245/1991, art. 13, caput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IMOBILIÁRIO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Demora do locador não vale como consentimento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se presume o consentimento pela simples demora do locador em manifestar formalmente a sua oposição.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8.245/1991, art. 13, § 1º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IMOBILIÁRIO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Reajuste e novo valor por acordo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lícito às partes fixar, de comum acordo, novo valor para o aluguel, bem como inserir ou modificar cláusula de reajuste.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8.245/1991, art. 18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IMOBILIÁRIO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anos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Revisão judicial do aluguel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havendo acordo, o locador ou o locatário, após três anos de vigência do contrato ou do acordo anterior, pode pedir revisão judicial do aluguel, para ajustá-lo ao preço de mercado.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8.245/1991, art. 19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IMOBILIÁRIO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locador é obrigado a (exemplos)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o imóvel em estado de servir ao uso a que se destina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Garantir, durante a locação, o uso pacífico do imóvel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 pelos vícios ou defeitos anteriores à locação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8.245/1991, art. 22, I, II e IV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IMOBILIÁRIO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Recibo discriminado: sem quitação genérica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locador é obrigado a fornecer ao locatário recibo discriminado das importâncias pagas, sendo vedada a quitação genérica.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8.245/1991, art. 22, VI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IMOBILIÁRIO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6º dia útil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Vencimento do aluguel sem data no contrato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locatário deve pagar pontualmente o aluguel e os encargos no prazo estipulado ou, em sua falta, até o sexto dia útil do mês seguinte ao vencido.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8.245/1991, art. 23, I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IMOBILIÁRIO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locatário é obrigado a (exemplos)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o imóvel para o fim convencionado ou presumido, tratando-o como se fosse seu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Restituir o imóvel no estado em que o recebeu, salvo deteriorações do uso normal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Levar de imediato ao conhecimento do locador qualquer dano ou defeito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8.245/1991, art. 23, II a IV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IMOBILIÁRIO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Reparos urgentes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Necessitando o imóvel de reparos urgentes, cuja realização incumba ao locador, o locatário é obrigado a consenti-los.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8.245/1991, art. 26, caput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IMOBILIÁRIO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dias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Reparos que duram mais de dez dias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os reparos durarem mais de dez dias, o locatário tem direito ao abatimento do aluguel, proporcional ao período excedente.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8.245/1991, art. 26, parágrafo único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IMOBILIÁRIO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Direito de preferência do locatário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venda, promessa de venda, cessão ou promessa de cessão de direitos ou dação em pagamento, o locatário tem preferência para adquirir o imóvel, em igualdade de condições com terceiros.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8.245/1991, art. 27, caput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IMOBILIÁRIO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meses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Locatário preterido na preferência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locatário preterido pode reclamar do alienante as perdas e danos ou, depositando o preço e as demais despesas, haver para si o imóvel, se requerer no prazo de seis meses.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8.245/1991, art. 33, caput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IMOBILIÁRIO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Condômino tem prioridade sobre o locatário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Havendo condomínio no imóvel, a preferência do condômino tem prioridade sobre a do locatário.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8.245/1991, art. 34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IMOBILIÁRIO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Benfeitorias necessárias e úteis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Salvo disposição contratual em contrário, as benfeitorias necessárias, ainda que não autorizadas, e as úteis, se autorizadas, são indenizáveis e permitem o direito de retenção.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8.245/1991, art. 35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IMOBILIÁRIO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Benfeitorias voluptuárias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benfeitorias voluptuárias não são indenizáveis, podendo ser levantadas pelo locatário, finda a locação, desde que sua retirada não afete a estrutura e a substância do imóvel.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8.245/1991, art. 36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IMOBILIÁRIO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o locador pode exigir novo fiador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Morte do fiador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Alienação ou gravação de todos os bens imóveis do fiador, ou sua mudança de residência, sem comunicação ao locador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Exoneração do fiador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8.245/1991, art. 40, I, III e IV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IMOBILIÁRIO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Contrato de 30 meses ou mais termina sem aviso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locações ajustadas por escrito e por prazo igual ou superior a trinta meses, a resolução do contrato ocorre findo o prazo estipulado, independentemente de notificação ou aviso.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8.245/1991, art. 46, caput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IMOBILIÁRIO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Permanência após o prazo: prorrogação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Findo o prazo ajustado, se o locatário continuar na posse do imóvel por mais de trinta dias sem oposição do locador, presume-se prorrogada a locação por prazo indeterminado, mantidas as demais cláusulas.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8.245/1991, art. 46, § 1º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IMOBILIÁRIO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Contrato com menos de 30 meses: prorrogação automática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ajustada verbalmente ou por escrito e com prazo inferior a trinta meses, findo o prazo, a locação prorroga-se automaticamente, por prazo indeterminado, só podendo ser retomado o imóvel nas hipóteses da lei.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8.245/1991, art. 47, caput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IMOBILIÁRIO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Temporada: permanência após o prazo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locação para temporada, findo o prazo ajustado, se o locatário permanecer no imóvel sem oposição do locador por mais de trinta dias, presume-se prorrogada a locação por tempo indeterminado.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8.245/1991, art. 50, caput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IMOBILIÁRIO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Renovação do contrato comercial: requisitos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a renovar celebrado por escrito e com prazo determinado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mínimo do contrato (ou soma dos prazos ininterruptos) de cinco anos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Locatário explorando seu comércio no mesmo ramo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8.245/1991, art. 51, I a III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IMOBILIÁRIO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dias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Desocupação voluntária após o despejo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Julgada procedente a ação de despejo, o juiz determina a expedição de mandado de despejo com prazo de 30 dias para a desocupação voluntária, ressalvados os casos dos parágrafos seguintes.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8.245/1991, art. 63, caput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 30 Posts Direito Imobiliário e Locação</dc:title>
  <dc:subject>PptxGenJS Presentation</dc:subject>
  <dc:creator>Gabriel Araujo de Lima</dc:creator>
  <cp:lastModifiedBy>Gabriel Araujo de Lima</cp:lastModifiedBy>
  <cp:revision>1</cp:revision>
  <dcterms:created xsi:type="dcterms:W3CDTF">2026-10-28T03:55:51Z</dcterms:created>
  <dcterms:modified xsi:type="dcterms:W3CDTF">2026-10-28T03:55:51Z</dcterms:modified>
</cp:coreProperties>
</file>