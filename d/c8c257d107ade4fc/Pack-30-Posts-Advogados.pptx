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do Trabalho.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de Família.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de Família.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de Família.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de Família.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de Família.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Imobiliário.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Imobiliário.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Sucessões.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do Consumidor.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Institucional.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Institucional.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Institucional.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Conteúdo.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Datas.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Datas.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Datas.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Datas.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Datas. Troque [Nome do Escritório], OAB/UF e @seuperfil pelos seus dados. Legenda sugerida no arquivo legendas.txt. Conteúdo informativo, conferido em 16/10/2026: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de arrependimento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pela internet, por telefone ou fora da loja? O consumidor pode desistir em até 7 dias, contados da assinatura ou do recebimento do produto, com devolução dos valores pagos.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 (Lei 8.078/1990), art. 49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reclamar de defeito aparente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produtos e serviços duráveis, o prazo é de 90 dias; para os não duráveis, 30 dias. A contagem começa na entrega do produto ou no fim do serviço.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26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Cobrança indevida paga pode ser devolvida em dobro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pagou valor cobrado indevidamente tem direito à devolução em dobro do que pagou a mais, com correção e juros, salvo engano justificável do fornecedor.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42,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loja só troca produto com defeito se ainda tiver etiqueta.”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vício não for resolvido em até 30 dias, o consumidor pode escolher: troca do produto, devolução do valor pago ou abatimento proporcional do preço.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18, § 1º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 casada é prática abusiva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fornecedor não pode condicionar a venda de um produto ou serviço à compra de outro, nem impor limites de quantidade sem justa causa.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39,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Danos causados por produto ou serviço defeituoso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prazo para pedir reparação por acidente de consumo, contado a partir do conhecimento do dano e de quem o causou.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27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pagar a rescisão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verbas rescisórias devem ser pagas, e os documentos entregues, em até 10 dias contados do término do contrato de trabalho.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477, § 6º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entrar com ação trabalhista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deve ser proposta em até 2 anos após o fim do contrato, e podem ser cobrados os créditos dos últimos 5 anos.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Constituição Federal, art. 7º, XXIX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Férias são pagas com 1/3 a mais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12 meses de trabalho, o empregado tem direito a férias remuneradas com, pelo menos, um terço a mais do que o salário normal.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Constituição Federal, art. 7º, XVII; CLT, art. 130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prévio proporcional em 3 pontos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para quem tem até 1 ano de serviço na mesma empresa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3 dias por ano completo de serviço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90 dias no total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12.506/2011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Adicional mínimo da hora extra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remuneração do serviço extraordinário deve ser, no mínimo, 50% superior à da hora normal. Acordos e convenções coletivas podem prever percentual maior.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Constituição Federal, art. 7º, XVI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pede demissão perde o direito às férias.”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 vencidas e proporcionais, acrescidas de 1/3, também são devidas a quem pede demissão, mesmo antes de completar 12 meses de trabalho.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146; Súmulas 171 e 261 do TST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alimentícia: necessidade x possibilidade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da pensão é fixado na proporção das necessidades de quem recebe e dos recursos de quem paga. Cada caso é analisado individualmente.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1.694,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“Para se divorciar, é preciso cumprir um prazo de separação.”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Emenda Constitucional 66/2010, o casamento pode ser dissolvido pelo divórcio sem separação prévia e sem prazo mínimo.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Constituição Federal, art. 226, § 6º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compartilhada é a regra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acordo entre os pais e estando os dois aptos, o juiz aplica a guarda compartilhada, salvo se um deles declarar que não a deseja ou se houver risco de violência doméstica ou familiar.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1.584,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pacto antenupcial, vale a comunhão parcial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noivos não escolherem outro regime por escritura pública (pacto antenupcial), o casamento segue a comunhão parcial de bens.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arts. 1.640 e 1.653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estável: o que a lei exige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 pública entre duas pessoas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 contínua e duradoura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constituir família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1.723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Devolver o imóvel alugado antes do fim do contrato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inquilino pode devolver o imóvel antes do prazo pagando a multa prevista no contrato, proporcional ao tempo que falta para o fim da locação.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do Inquilinato (Lei 8.245/1991), art.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usucapião pode ser pedida em cartório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via judicial, existe a usucapião extrajudicial, requerida no cartório de registro de imóveis com a representação de advogado.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6.015/1973, art. 216-A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da herança é reservada aos herdeiros necessários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Descendentes, ascendentes e cônjuge são herdeiros necessários: a eles pertence, de pleno direito, a metade dos bens da herança, chamada legítima.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arts. 1.845 e 1.846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cuidados antes de assinar um contrato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todas as cláusulas, inclusive as de multa e cancelamento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que limitam direitos devem vir em destaque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uma cópia do contrato assinado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54, § 4º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Nossas áreas de atuação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[Área 1] · [Área 2] · [Área 3] · [Área 4]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em [cidade/UF] e on-line.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 de atendimento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 sexta, das [00h] às [00h].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[Endereço do escritório]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profissional]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advogado(a)], OAB/UF 00.000.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[Formação e títulos verdadeiros e comprováveis]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[Áreas em que atua]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artigo no blog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[Título do artigo]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no link da bio.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de março: Dia do Consumidor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é o primeiro passo para exercer os seus direitos.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de maio: Dia do Trabalhador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homenagem a quem constrói o país com o seu trabalho.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de agosto: Dia do Advogado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profissão indispensável à administração da justiça.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Feliz Natal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seu Natal seja de paz e de bons encontros.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Feliz Ano-Novo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Desejamos a você um novo ano de saúde, serenidade e boas conquistas.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de 30 Posts Editáveis para Advogados</dc:title>
  <dc:subject>PptxGenJS Presentation</dc:subject>
  <dc:creator>Gabriel Araujo de Lima</dc:creator>
  <cp:lastModifiedBy>Gabriel Araujo de Lima</cp:lastModifiedBy>
  <cp:revision>1</cp:revision>
  <dcterms:created xsi:type="dcterms:W3CDTF">2026-10-16T23:08:32Z</dcterms:created>
  <dcterms:modified xsi:type="dcterms:W3CDTF">2026-10-16T23:08:32Z</dcterms:modified>
</cp:coreProperties>
</file>